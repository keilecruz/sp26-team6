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Merriweather Light"/>
      <p:regular r:id="rId11"/>
      <p:bold r:id="rId12"/>
      <p:italic r:id="rId13"/>
      <p:boldItalic r:id="rId14"/>
    </p:embeddedFont>
    <p:embeddedFont>
      <p:font typeface="Montserrat"/>
      <p:regular r:id="rId15"/>
      <p:bold r:id="rId16"/>
      <p:italic r:id="rId17"/>
      <p:boldItalic r:id="rId18"/>
    </p:embeddedFont>
    <p:embeddedFont>
      <p:font typeface="Open Sans SemiBold"/>
      <p:regular r:id="rId19"/>
      <p:bold r:id="rId20"/>
      <p:italic r:id="rId21"/>
      <p:boldItalic r:id="rId22"/>
    </p:embeddedFont>
    <p:embeddedFont>
      <p:font typeface="Vidaloka"/>
      <p:regular r:id="rId23"/>
    </p:embeddedFont>
    <p:embeddedFont>
      <p:font typeface="Russo One"/>
      <p:regular r:id="rId24"/>
    </p:embeddedFont>
    <p:embeddedFont>
      <p:font typeface="Mako"/>
      <p:regular r:id="rId25"/>
    </p:embeddedFont>
    <p:embeddedFont>
      <p:font typeface="Crimson Text"/>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33" Type="http://schemas.openxmlformats.org/officeDocument/2006/relationships/font" Target="fonts/OpenSans-boldItalic.fntdata"/><Relationship Id="rId32" Type="http://schemas.openxmlformats.org/officeDocument/2006/relationships/font" Target="fonts/OpenSans-italic.fntdata"/><Relationship Id="rId20" Type="http://schemas.openxmlformats.org/officeDocument/2006/relationships/font" Target="fonts/OpenSansSemiBold-bold.fntdata"/><Relationship Id="rId22" Type="http://schemas.openxmlformats.org/officeDocument/2006/relationships/font" Target="fonts/OpenSansSemiBold-boldItalic.fntdata"/><Relationship Id="rId21" Type="http://schemas.openxmlformats.org/officeDocument/2006/relationships/font" Target="fonts/OpenSansSemiBold-italic.fntdata"/><Relationship Id="rId24" Type="http://schemas.openxmlformats.org/officeDocument/2006/relationships/font" Target="fonts/RussoOne-regular.fntdata"/><Relationship Id="rId23" Type="http://schemas.openxmlformats.org/officeDocument/2006/relationships/font" Target="fonts/Vidaloka-regular.fntdata"/><Relationship Id="rId26" Type="http://schemas.openxmlformats.org/officeDocument/2006/relationships/font" Target="fonts/CrimsonText-regular.fntdata"/><Relationship Id="rId25" Type="http://schemas.openxmlformats.org/officeDocument/2006/relationships/font" Target="fonts/Mako-regular.fntdata"/><Relationship Id="rId28" Type="http://schemas.openxmlformats.org/officeDocument/2006/relationships/font" Target="fonts/CrimsonText-italic.fntdata"/><Relationship Id="rId27" Type="http://schemas.openxmlformats.org/officeDocument/2006/relationships/font" Target="fonts/CrimsonText-bold.fntdata"/><Relationship Id="rId29" Type="http://schemas.openxmlformats.org/officeDocument/2006/relationships/font" Target="fonts/CrimsonText-boldItalic.fntdata"/><Relationship Id="rId11" Type="http://schemas.openxmlformats.org/officeDocument/2006/relationships/font" Target="fonts/MerriweatherLight-regular.fntdata"/><Relationship Id="rId10" Type="http://schemas.openxmlformats.org/officeDocument/2006/relationships/slide" Target="slides/slide6.xml"/><Relationship Id="rId13" Type="http://schemas.openxmlformats.org/officeDocument/2006/relationships/font" Target="fonts/MerriweatherLight-italic.fntdata"/><Relationship Id="rId12" Type="http://schemas.openxmlformats.org/officeDocument/2006/relationships/font" Target="fonts/MerriweatherLight-bold.fntdata"/><Relationship Id="rId15" Type="http://schemas.openxmlformats.org/officeDocument/2006/relationships/font" Target="fonts/Montserrat-regular.fntdata"/><Relationship Id="rId14" Type="http://schemas.openxmlformats.org/officeDocument/2006/relationships/font" Target="fonts/MerriweatherLight-boldItalic.fntdata"/><Relationship Id="rId17" Type="http://schemas.openxmlformats.org/officeDocument/2006/relationships/font" Target="fonts/Montserrat-italic.fntdata"/><Relationship Id="rId16" Type="http://schemas.openxmlformats.org/officeDocument/2006/relationships/font" Target="fonts/Montserrat-bold.fntdata"/><Relationship Id="rId19" Type="http://schemas.openxmlformats.org/officeDocument/2006/relationships/font" Target="fonts/OpenSansSemiBold-regular.fntdata"/><Relationship Id="rId18"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befcf1ed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befcf1ed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befcf1ed1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befcf1ed1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958a68f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c958a68f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befcf1ed1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befcf1ed1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befcf1ed1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befcf1ed1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c9600707c7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c9600707c7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867300" y="2366275"/>
            <a:ext cx="7409400" cy="8184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305275"/>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
    <p:spTree>
      <p:nvGrpSpPr>
        <p:cNvPr id="132" name="Shape 132"/>
        <p:cNvGrpSpPr/>
        <p:nvPr/>
      </p:nvGrpSpPr>
      <p:grpSpPr>
        <a:xfrm>
          <a:off x="0" y="0"/>
          <a:ext cx="0" cy="0"/>
          <a:chOff x="0" y="0"/>
          <a:chExt cx="0" cy="0"/>
        </a:xfrm>
      </p:grpSpPr>
      <p:sp>
        <p:nvSpPr>
          <p:cNvPr id="133" name="Google Shape;133;p18"/>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134" name="Google Shape;134;p18"/>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 name="Google Shape;137;p18"/>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8" name="Shape 138"/>
        <p:cNvGrpSpPr/>
        <p:nvPr/>
      </p:nvGrpSpPr>
      <p:grpSpPr>
        <a:xfrm>
          <a:off x="0" y="0"/>
          <a:ext cx="0" cy="0"/>
          <a:chOff x="0" y="0"/>
          <a:chExt cx="0" cy="0"/>
        </a:xfrm>
      </p:grpSpPr>
      <p:sp>
        <p:nvSpPr>
          <p:cNvPr id="139" name="Google Shape;139;p19"/>
          <p:cNvSpPr txBox="1"/>
          <p:nvPr>
            <p:ph type="title"/>
          </p:nvPr>
        </p:nvSpPr>
        <p:spPr>
          <a:xfrm>
            <a:off x="845550" y="1482825"/>
            <a:ext cx="74529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7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40" name="Google Shape;140;p19"/>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41" name="Google Shape;141;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43" name="Shape 143"/>
        <p:cNvGrpSpPr/>
        <p:nvPr/>
      </p:nvGrpSpPr>
      <p:grpSpPr>
        <a:xfrm>
          <a:off x="0" y="0"/>
          <a:ext cx="0" cy="0"/>
          <a:chOff x="0" y="0"/>
          <a:chExt cx="0" cy="0"/>
        </a:xfrm>
      </p:grpSpPr>
      <p:sp>
        <p:nvSpPr>
          <p:cNvPr id="144" name="Google Shape;144;p20"/>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45" name="Google Shape;145;p20"/>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6" name="Google Shape;146;p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7" name="Google Shape;147;p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8" name="Google Shape;148;p2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9" name="Google Shape;149;p2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0" name="Google Shape;150;p2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1" name="Google Shape;151;p2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52" name="Shape 152"/>
        <p:cNvGrpSpPr/>
        <p:nvPr/>
      </p:nvGrpSpPr>
      <p:grpSpPr>
        <a:xfrm>
          <a:off x="0" y="0"/>
          <a:ext cx="0" cy="0"/>
          <a:chOff x="0" y="0"/>
          <a:chExt cx="0" cy="0"/>
        </a:xfrm>
      </p:grpSpPr>
      <p:sp>
        <p:nvSpPr>
          <p:cNvPr id="153" name="Google Shape;153;p21"/>
          <p:cNvSpPr txBox="1"/>
          <p:nvPr>
            <p:ph type="title"/>
          </p:nvPr>
        </p:nvSpPr>
        <p:spPr>
          <a:xfrm>
            <a:off x="427325" y="2511800"/>
            <a:ext cx="4965600" cy="11133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4" name="Google Shape;154;p21"/>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55" name="Google Shape;155;p21"/>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6" name="Google Shape;156;p21"/>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9" name="Google Shape;159;p21"/>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60" name="Shape 160"/>
        <p:cNvGrpSpPr/>
        <p:nvPr/>
      </p:nvGrpSpPr>
      <p:grpSpPr>
        <a:xfrm>
          <a:off x="0" y="0"/>
          <a:ext cx="0" cy="0"/>
          <a:chOff x="0" y="0"/>
          <a:chExt cx="0" cy="0"/>
        </a:xfrm>
      </p:grpSpPr>
      <p:sp>
        <p:nvSpPr>
          <p:cNvPr id="161" name="Google Shape;161;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2" name="Google Shape;162;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3" name="Google Shape;163;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4" name="Google Shape;164;p22"/>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65" name="Shape 165"/>
        <p:cNvGrpSpPr/>
        <p:nvPr/>
      </p:nvGrpSpPr>
      <p:grpSpPr>
        <a:xfrm>
          <a:off x="0" y="0"/>
          <a:ext cx="0" cy="0"/>
          <a:chOff x="0" y="0"/>
          <a:chExt cx="0" cy="0"/>
        </a:xfrm>
      </p:grpSpPr>
      <p:cxnSp>
        <p:nvCxnSpPr>
          <p:cNvPr id="166" name="Google Shape;166;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7" name="Google Shape;167;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8" name="Google Shape;168;p2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9" name="Google Shape;169;p2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0" name="Google Shape;170;p2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1" name="Google Shape;171;p2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72" name="Google Shape;172;p2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73" name="Shape 173"/>
        <p:cNvGrpSpPr/>
        <p:nvPr/>
      </p:nvGrpSpPr>
      <p:grpSpPr>
        <a:xfrm>
          <a:off x="0" y="0"/>
          <a:ext cx="0" cy="0"/>
          <a:chOff x="0" y="0"/>
          <a:chExt cx="0" cy="0"/>
        </a:xfrm>
      </p:grpSpPr>
      <p:sp>
        <p:nvSpPr>
          <p:cNvPr id="174" name="Google Shape;174;p24"/>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5" name="Google Shape;175;p24"/>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4"/>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7" name="Google Shape;177;p24"/>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8" name="Google Shape;178;p24"/>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9" name="Google Shape;179;p24"/>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0" name="Google Shape;180;p24"/>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1" name="Google Shape;181;p24"/>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2" name="Google Shape;182;p24"/>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83" name="Google Shape;183;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4" name="Google Shape;184;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85" name="Shape 185"/>
        <p:cNvGrpSpPr/>
        <p:nvPr/>
      </p:nvGrpSpPr>
      <p:grpSpPr>
        <a:xfrm>
          <a:off x="0" y="0"/>
          <a:ext cx="0" cy="0"/>
          <a:chOff x="0" y="0"/>
          <a:chExt cx="0" cy="0"/>
        </a:xfrm>
      </p:grpSpPr>
      <p:cxnSp>
        <p:nvCxnSpPr>
          <p:cNvPr id="186" name="Google Shape;186;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7" name="Google Shape;187;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8" name="Google Shape;188;p2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9" name="Google Shape;189;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90" name="Google Shape;190;p25"/>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91" name="Shape 191"/>
        <p:cNvGrpSpPr/>
        <p:nvPr/>
      </p:nvGrpSpPr>
      <p:grpSpPr>
        <a:xfrm>
          <a:off x="0" y="0"/>
          <a:ext cx="0" cy="0"/>
          <a:chOff x="0" y="0"/>
          <a:chExt cx="0" cy="0"/>
        </a:xfrm>
      </p:grpSpPr>
      <p:sp>
        <p:nvSpPr>
          <p:cNvPr id="192" name="Google Shape;192;p26"/>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94" name="Google Shape;194;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5" name="Google Shape;195;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6" name="Google Shape;196;p2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7" name="Google Shape;197;p2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8" name="Shape 198"/>
        <p:cNvGrpSpPr/>
        <p:nvPr/>
      </p:nvGrpSpPr>
      <p:grpSpPr>
        <a:xfrm>
          <a:off x="0" y="0"/>
          <a:ext cx="0" cy="0"/>
          <a:chOff x="0" y="0"/>
          <a:chExt cx="0" cy="0"/>
        </a:xfrm>
      </p:grpSpPr>
      <p:sp>
        <p:nvSpPr>
          <p:cNvPr id="199" name="Google Shape;199;p27"/>
          <p:cNvSpPr txBox="1"/>
          <p:nvPr>
            <p:ph type="title"/>
          </p:nvPr>
        </p:nvSpPr>
        <p:spPr>
          <a:xfrm>
            <a:off x="4346500" y="2467375"/>
            <a:ext cx="4083600" cy="1200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0" name="Google Shape;200;p27"/>
          <p:cNvSpPr txBox="1"/>
          <p:nvPr>
            <p:ph hasCustomPrompt="1" idx="2" type="title"/>
          </p:nvPr>
        </p:nvSpPr>
        <p:spPr>
          <a:xfrm>
            <a:off x="4956100" y="1021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1" name="Google Shape;201;p27"/>
          <p:cNvSpPr txBox="1"/>
          <p:nvPr>
            <p:ph idx="1" type="subTitle"/>
          </p:nvPr>
        </p:nvSpPr>
        <p:spPr>
          <a:xfrm>
            <a:off x="4346500" y="3649675"/>
            <a:ext cx="40836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2" name="Google Shape;202;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3" name="Google Shape;203;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205" name="Shape 205"/>
        <p:cNvGrpSpPr/>
        <p:nvPr/>
      </p:nvGrpSpPr>
      <p:grpSpPr>
        <a:xfrm>
          <a:off x="0" y="0"/>
          <a:ext cx="0" cy="0"/>
          <a:chOff x="0" y="0"/>
          <a:chExt cx="0" cy="0"/>
        </a:xfrm>
      </p:grpSpPr>
      <p:sp>
        <p:nvSpPr>
          <p:cNvPr id="206" name="Google Shape;206;p28"/>
          <p:cNvSpPr txBox="1"/>
          <p:nvPr>
            <p:ph type="title"/>
          </p:nvPr>
        </p:nvSpPr>
        <p:spPr>
          <a:xfrm>
            <a:off x="4373850" y="944250"/>
            <a:ext cx="40095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7" name="Google Shape;207;p28"/>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8" name="Google Shape;208;p28"/>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9" name="Google Shape;209;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0" name="Google Shape;210;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1" name="Google Shape;211;p2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2" name="Google Shape;212;p2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3" name="Google Shape;213;p2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4" name="Google Shape;214;p2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15" name="Shape 215"/>
        <p:cNvGrpSpPr/>
        <p:nvPr/>
      </p:nvGrpSpPr>
      <p:grpSpPr>
        <a:xfrm>
          <a:off x="0" y="0"/>
          <a:ext cx="0" cy="0"/>
          <a:chOff x="0" y="0"/>
          <a:chExt cx="0" cy="0"/>
        </a:xfrm>
      </p:grpSpPr>
      <p:sp>
        <p:nvSpPr>
          <p:cNvPr id="216" name="Google Shape;216;p29"/>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21" name="Shape 221"/>
        <p:cNvGrpSpPr/>
        <p:nvPr/>
      </p:nvGrpSpPr>
      <p:grpSpPr>
        <a:xfrm>
          <a:off x="0" y="0"/>
          <a:ext cx="0" cy="0"/>
          <a:chOff x="0" y="0"/>
          <a:chExt cx="0" cy="0"/>
        </a:xfrm>
      </p:grpSpPr>
      <p:sp>
        <p:nvSpPr>
          <p:cNvPr id="222" name="Google Shape;222;p30"/>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3" name="Google Shape;223;p30"/>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24" name="Google Shape;224;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5" name="Google Shape;225;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6" name="Google Shape;226;p3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7" name="Google Shape;227;p3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8" name="Google Shape;228;p3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9" name="Google Shape;229;p3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30" name="Shape 230"/>
        <p:cNvGrpSpPr/>
        <p:nvPr/>
      </p:nvGrpSpPr>
      <p:grpSpPr>
        <a:xfrm>
          <a:off x="0" y="0"/>
          <a:ext cx="0" cy="0"/>
          <a:chOff x="0" y="0"/>
          <a:chExt cx="0" cy="0"/>
        </a:xfrm>
      </p:grpSpPr>
      <p:sp>
        <p:nvSpPr>
          <p:cNvPr id="231" name="Google Shape;231;p31"/>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2" name="Google Shape;232;p31"/>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3" name="Google Shape;233;p31"/>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4" name="Google Shape;234;p31"/>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5" name="Google Shape;235;p31"/>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8" name="Google Shape;23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9" name="Google Shape;23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40" name="Shape 240"/>
        <p:cNvGrpSpPr/>
        <p:nvPr/>
      </p:nvGrpSpPr>
      <p:grpSpPr>
        <a:xfrm>
          <a:off x="0" y="0"/>
          <a:ext cx="0" cy="0"/>
          <a:chOff x="0" y="0"/>
          <a:chExt cx="0" cy="0"/>
        </a:xfrm>
      </p:grpSpPr>
      <p:sp>
        <p:nvSpPr>
          <p:cNvPr id="241" name="Google Shape;241;p32"/>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2" name="Google Shape;242;p32"/>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3" name="Google Shape;243;p32"/>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4" name="Google Shape;244;p32"/>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5" name="Google Shape;245;p32"/>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6" name="Google Shape;246;p32"/>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7" name="Google Shape;247;p32"/>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8" name="Google Shape;248;p32"/>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9" name="Google Shape;249;p32"/>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0" name="Google Shape;250;p32"/>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1" name="Google Shape;251;p32"/>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2" name="Google Shape;252;p32"/>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3" name="Google Shape;253;p32"/>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54" name="Google Shape;254;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5" name="Google Shape;255;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6" name="Google Shape;256;p3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7" name="Google Shape;257;p3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2">
    <p:spTree>
      <p:nvGrpSpPr>
        <p:cNvPr id="258" name="Shape 258"/>
        <p:cNvGrpSpPr/>
        <p:nvPr/>
      </p:nvGrpSpPr>
      <p:grpSpPr>
        <a:xfrm>
          <a:off x="0" y="0"/>
          <a:ext cx="0" cy="0"/>
          <a:chOff x="0" y="0"/>
          <a:chExt cx="0" cy="0"/>
        </a:xfrm>
      </p:grpSpPr>
      <p:sp>
        <p:nvSpPr>
          <p:cNvPr id="259" name="Google Shape;25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3"/>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6" name="Google Shape;266;p33"/>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7" name="Google Shape;267;p33"/>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8" name="Google Shape;268;p33"/>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9" name="Google Shape;269;p33"/>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72" name="Google Shape;272;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3" name="Google Shape;273;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74" name="Shape 274"/>
        <p:cNvGrpSpPr/>
        <p:nvPr/>
      </p:nvGrpSpPr>
      <p:grpSpPr>
        <a:xfrm>
          <a:off x="0" y="0"/>
          <a:ext cx="0" cy="0"/>
          <a:chOff x="0" y="0"/>
          <a:chExt cx="0" cy="0"/>
        </a:xfrm>
      </p:grpSpPr>
      <p:sp>
        <p:nvSpPr>
          <p:cNvPr id="275" name="Google Shape;275;p34"/>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4"/>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4"/>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4"/>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4"/>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0" name="Google Shape;280;p34"/>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1" name="Google Shape;281;p34"/>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2" name="Google Shape;282;p34"/>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3" name="Google Shape;283;p34"/>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4" name="Google Shape;284;p34"/>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5" name="Google Shape;285;p34"/>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90" name="Shape 290"/>
        <p:cNvGrpSpPr/>
        <p:nvPr/>
      </p:nvGrpSpPr>
      <p:grpSpPr>
        <a:xfrm>
          <a:off x="0" y="0"/>
          <a:ext cx="0" cy="0"/>
          <a:chOff x="0" y="0"/>
          <a:chExt cx="0" cy="0"/>
        </a:xfrm>
      </p:grpSpPr>
      <p:sp>
        <p:nvSpPr>
          <p:cNvPr id="291" name="Google Shape;291;p35"/>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92" name="Google Shape;29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3" name="Google Shape;29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4" name="Google Shape;294;p3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5" name="Google Shape;295;p3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6" name="Google Shape;296;p3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7" name="Google Shape;297;p35"/>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8" name="Shape 298"/>
        <p:cNvGrpSpPr/>
        <p:nvPr/>
      </p:nvGrpSpPr>
      <p:grpSpPr>
        <a:xfrm>
          <a:off x="0" y="0"/>
          <a:ext cx="0" cy="0"/>
          <a:chOff x="0" y="0"/>
          <a:chExt cx="0" cy="0"/>
        </a:xfrm>
      </p:grpSpPr>
      <p:sp>
        <p:nvSpPr>
          <p:cNvPr id="299" name="Google Shape;299;p36"/>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6"/>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6"/>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2" name="Google Shape;302;p36"/>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3" name="Google Shape;303;p36"/>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4" name="Google Shape;304;p36"/>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5" name="Google Shape;305;p36"/>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8" name="Google Shape;308;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9" name="Google Shape;309;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10" name="Shape 310"/>
        <p:cNvGrpSpPr/>
        <p:nvPr/>
      </p:nvGrpSpPr>
      <p:grpSpPr>
        <a:xfrm>
          <a:off x="0" y="0"/>
          <a:ext cx="0" cy="0"/>
          <a:chOff x="0" y="0"/>
          <a:chExt cx="0" cy="0"/>
        </a:xfrm>
      </p:grpSpPr>
      <p:sp>
        <p:nvSpPr>
          <p:cNvPr id="311" name="Google Shape;311;p37"/>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2" name="Google Shape;312;p37"/>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3" name="Google Shape;313;p37"/>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4" name="Google Shape;314;p37"/>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5" name="Google Shape;315;p37"/>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6" name="Google Shape;316;p37"/>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7" name="Google Shape;317;p37"/>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8" name="Google Shape;318;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9" name="Google Shape;319;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0" name="Google Shape;320;p37"/>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21" name="Shape 321"/>
        <p:cNvGrpSpPr/>
        <p:nvPr/>
      </p:nvGrpSpPr>
      <p:grpSpPr>
        <a:xfrm>
          <a:off x="0" y="0"/>
          <a:ext cx="0" cy="0"/>
          <a:chOff x="0" y="0"/>
          <a:chExt cx="0" cy="0"/>
        </a:xfrm>
      </p:grpSpPr>
      <p:cxnSp>
        <p:nvCxnSpPr>
          <p:cNvPr id="322" name="Google Shape;322;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3" name="Google Shape;323;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4" name="Google Shape;324;p3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5" name="Google Shape;325;p3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6" name="Google Shape;326;p3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7" name="Google Shape;327;p3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8" name="Google Shape;328;p38"/>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9" name="Google Shape;329;p38"/>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8"/>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8"/>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2" name="Google Shape;332;p38"/>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3" name="Google Shape;333;p38"/>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4" name="Google Shape;334;p38"/>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5" name="Google Shape;335;p38"/>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6" name="Google Shape;336;p38"/>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7" name="Google Shape;337;p38"/>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8" name="Google Shape;338;p38"/>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9" name="Google Shape;339;p38"/>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40" name="Google Shape;340;p38"/>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41" name="Shape 341"/>
        <p:cNvGrpSpPr/>
        <p:nvPr/>
      </p:nvGrpSpPr>
      <p:grpSpPr>
        <a:xfrm>
          <a:off x="0" y="0"/>
          <a:ext cx="0" cy="0"/>
          <a:chOff x="0" y="0"/>
          <a:chExt cx="0" cy="0"/>
        </a:xfrm>
      </p:grpSpPr>
      <p:sp>
        <p:nvSpPr>
          <p:cNvPr id="342" name="Google Shape;342;p39"/>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3" name="Google Shape;343;p39"/>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4" name="Google Shape;344;p39"/>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5" name="Google Shape;345;p39"/>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6" name="Google Shape;346;p39"/>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8" name="Google Shape;348;p39"/>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9" name="Google Shape;349;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0" name="Google Shape;350;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51" name="Shape 351"/>
        <p:cNvGrpSpPr/>
        <p:nvPr/>
      </p:nvGrpSpPr>
      <p:grpSpPr>
        <a:xfrm>
          <a:off x="0" y="0"/>
          <a:ext cx="0" cy="0"/>
          <a:chOff x="0" y="0"/>
          <a:chExt cx="0" cy="0"/>
        </a:xfrm>
      </p:grpSpPr>
      <p:sp>
        <p:nvSpPr>
          <p:cNvPr id="352" name="Google Shape;352;p40"/>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40"/>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40"/>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5" name="Google Shape;355;p40"/>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6" name="Google Shape;356;p40"/>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7" name="Google Shape;357;p40"/>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8" name="Google Shape;358;p40"/>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9" name="Google Shape;359;p40"/>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0" name="Google Shape;360;p40"/>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61" name="Google Shape;361;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2" name="Google Shape;362;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63" name="Shape 363"/>
        <p:cNvGrpSpPr/>
        <p:nvPr/>
      </p:nvGrpSpPr>
      <p:grpSpPr>
        <a:xfrm>
          <a:off x="0" y="0"/>
          <a:ext cx="0" cy="0"/>
          <a:chOff x="0" y="0"/>
          <a:chExt cx="0" cy="0"/>
        </a:xfrm>
      </p:grpSpPr>
      <p:cxnSp>
        <p:nvCxnSpPr>
          <p:cNvPr id="364" name="Google Shape;364;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5" name="Google Shape;365;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6" name="Google Shape;366;p4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7" name="Google Shape;367;p4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8" name="Google Shape;368;p4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9" name="Google Shape;369;p4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70" name="Google Shape;370;p41"/>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1" name="Google Shape;371;p41"/>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2" name="Google Shape;372;p41"/>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3" name="Google Shape;373;p41"/>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75" name="Google Shape;375;p41"/>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6" name="Google Shape;376;p41"/>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7" name="Shape 377"/>
        <p:cNvGrpSpPr/>
        <p:nvPr/>
      </p:nvGrpSpPr>
      <p:grpSpPr>
        <a:xfrm>
          <a:off x="0" y="0"/>
          <a:ext cx="0" cy="0"/>
          <a:chOff x="0" y="0"/>
          <a:chExt cx="0" cy="0"/>
        </a:xfrm>
      </p:grpSpPr>
      <p:sp>
        <p:nvSpPr>
          <p:cNvPr id="378" name="Google Shape;378;p42"/>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9" name="Google Shape;379;p42"/>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0" name="Google Shape;380;p42"/>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1" name="Google Shape;381;p42"/>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2" name="Google Shape;382;p42"/>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3" name="Google Shape;383;p42"/>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4" name="Google Shape;384;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5" name="Google Shape;385;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6" name="Shape 386"/>
        <p:cNvGrpSpPr/>
        <p:nvPr/>
      </p:nvGrpSpPr>
      <p:grpSpPr>
        <a:xfrm>
          <a:off x="0" y="0"/>
          <a:ext cx="0" cy="0"/>
          <a:chOff x="0" y="0"/>
          <a:chExt cx="0" cy="0"/>
        </a:xfrm>
      </p:grpSpPr>
      <p:sp>
        <p:nvSpPr>
          <p:cNvPr id="387" name="Google Shape;387;p43"/>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8" name="Google Shape;388;p43"/>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9" name="Google Shape;389;p43"/>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0" name="Google Shape;390;p43"/>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91" name="Google Shape;391;p43"/>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2" name="Google Shape;392;p43"/>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93" name="Google Shape;393;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4" name="Google Shape;394;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5" name="Google Shape;395;p4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6" name="Google Shape;396;p4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7" name="Google Shape;397;p4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8" name="Google Shape;398;p43"/>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9" name="Google Shape;399;p43"/>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400" name="Google Shape;400;p43"/>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401" name="Shape 401"/>
        <p:cNvGrpSpPr/>
        <p:nvPr/>
      </p:nvGrpSpPr>
      <p:grpSpPr>
        <a:xfrm>
          <a:off x="0" y="0"/>
          <a:ext cx="0" cy="0"/>
          <a:chOff x="0" y="0"/>
          <a:chExt cx="0" cy="0"/>
        </a:xfrm>
      </p:grpSpPr>
      <p:sp>
        <p:nvSpPr>
          <p:cNvPr id="402" name="Google Shape;402;p44"/>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3" name="Google Shape;403;p44"/>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404" name="Google Shape;404;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5" name="Google Shape;405;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6" name="Shape 406"/>
        <p:cNvGrpSpPr/>
        <p:nvPr/>
      </p:nvGrpSpPr>
      <p:grpSpPr>
        <a:xfrm>
          <a:off x="0" y="0"/>
          <a:ext cx="0" cy="0"/>
          <a:chOff x="0" y="0"/>
          <a:chExt cx="0" cy="0"/>
        </a:xfrm>
      </p:grpSpPr>
      <p:sp>
        <p:nvSpPr>
          <p:cNvPr id="407" name="Google Shape;407;p45"/>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8" name="Google Shape;408;p45"/>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9" name="Google Shape;409;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11" name="Shape 411"/>
        <p:cNvGrpSpPr/>
        <p:nvPr/>
      </p:nvGrpSpPr>
      <p:grpSpPr>
        <a:xfrm>
          <a:off x="0" y="0"/>
          <a:ext cx="0" cy="0"/>
          <a:chOff x="0" y="0"/>
          <a:chExt cx="0" cy="0"/>
        </a:xfrm>
      </p:grpSpPr>
      <p:sp>
        <p:nvSpPr>
          <p:cNvPr id="412" name="Google Shape;412;p46"/>
          <p:cNvSpPr txBox="1"/>
          <p:nvPr>
            <p:ph idx="1" type="subTitle"/>
          </p:nvPr>
        </p:nvSpPr>
        <p:spPr>
          <a:xfrm>
            <a:off x="713225" y="1453525"/>
            <a:ext cx="74112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13" name="Google Shape;413;p46"/>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14" name="Google Shape;414;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5" name="Google Shape;415;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6" name="Google Shape;416;p46"/>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7" name="Shape 417"/>
        <p:cNvGrpSpPr/>
        <p:nvPr/>
      </p:nvGrpSpPr>
      <p:grpSpPr>
        <a:xfrm>
          <a:off x="0" y="0"/>
          <a:ext cx="0" cy="0"/>
          <a:chOff x="0" y="0"/>
          <a:chExt cx="0" cy="0"/>
        </a:xfrm>
      </p:grpSpPr>
      <p:cxnSp>
        <p:nvCxnSpPr>
          <p:cNvPr id="418" name="Google Shape;418;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9" name="Google Shape;419;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0" name="Google Shape;420;p4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1" name="Google Shape;421;p4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2" name="Google Shape;422;p4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3" name="Google Shape;423;p4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24" name="Google Shape;424;p47"/>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25" name="Google Shape;425;p47"/>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6" name="Google Shape;426;p47"/>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7" name="Shape 427"/>
        <p:cNvGrpSpPr/>
        <p:nvPr/>
      </p:nvGrpSpPr>
      <p:grpSpPr>
        <a:xfrm>
          <a:off x="0" y="0"/>
          <a:ext cx="0" cy="0"/>
          <a:chOff x="0" y="0"/>
          <a:chExt cx="0" cy="0"/>
        </a:xfrm>
      </p:grpSpPr>
      <p:sp>
        <p:nvSpPr>
          <p:cNvPr id="428" name="Google Shape;428;p48"/>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9" name="Google Shape;429;p48"/>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0" name="Google Shape;430;p48"/>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1" name="Google Shape;431;p48"/>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2" name="Google Shape;432;p48"/>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33" name="Google Shape;433;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4" name="Google Shape;434;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35" name="Shape 435"/>
        <p:cNvGrpSpPr/>
        <p:nvPr/>
      </p:nvGrpSpPr>
      <p:grpSpPr>
        <a:xfrm>
          <a:off x="0" y="0"/>
          <a:ext cx="0" cy="0"/>
          <a:chOff x="0" y="0"/>
          <a:chExt cx="0" cy="0"/>
        </a:xfrm>
      </p:grpSpPr>
      <p:sp>
        <p:nvSpPr>
          <p:cNvPr id="436" name="Google Shape;436;p49"/>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7" name="Google Shape;437;p49"/>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8" name="Google Shape;438;p49"/>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9" name="Google Shape;439;p49"/>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0" name="Google Shape;440;p49"/>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1" name="Google Shape;441;p49"/>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2" name="Google Shape;442;p49"/>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43" name="Google Shape;443;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4" name="Google Shape;444;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5" name="Google Shape;445;p4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6" name="Google Shape;446;p4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7" name="Shape 447"/>
        <p:cNvGrpSpPr/>
        <p:nvPr/>
      </p:nvGrpSpPr>
      <p:grpSpPr>
        <a:xfrm>
          <a:off x="0" y="0"/>
          <a:ext cx="0" cy="0"/>
          <a:chOff x="0" y="0"/>
          <a:chExt cx="0" cy="0"/>
        </a:xfrm>
      </p:grpSpPr>
      <p:sp>
        <p:nvSpPr>
          <p:cNvPr id="448" name="Google Shape;448;p50"/>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9" name="Google Shape;449;p50"/>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50" name="Google Shape;450;p50"/>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51" name="Google Shape;451;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2" name="Google Shape;452;p50"/>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3" name="Google Shape;453;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0"/>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55"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7" name="Google Shape;457;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8"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1" name="Google Shape;461;p52"/>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2" name="Google Shape;462;p52"/>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63"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5" name="Google Shape;465;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6" name="Google Shape;466;p53"/>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7"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9" name="Google Shape;469;p5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0" name="Google Shape;470;p5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1" name="Google Shape;471;p5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2" name="Google Shape;472;p5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3" name="Google Shape;473;p5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GlowUp</a:t>
            </a:r>
            <a:endParaRPr/>
          </a:p>
        </p:txBody>
      </p:sp>
      <p:sp>
        <p:nvSpPr>
          <p:cNvPr id="479" name="Google Shape;479;p55"/>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By : Keile Cruz-Maldonado, Maisha Fyruz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GlowUp?</a:t>
            </a:r>
            <a:endParaRPr/>
          </a:p>
        </p:txBody>
      </p:sp>
      <p:sp>
        <p:nvSpPr>
          <p:cNvPr id="485" name="Google Shape;485;p56"/>
          <p:cNvSpPr txBox="1"/>
          <p:nvPr>
            <p:ph idx="1" type="body"/>
          </p:nvPr>
        </p:nvSpPr>
        <p:spPr>
          <a:xfrm>
            <a:off x="341825" y="1272925"/>
            <a:ext cx="5454300" cy="333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GlowUp is a web based </a:t>
            </a:r>
            <a:r>
              <a:rPr lang="en" sz="1500"/>
              <a:t>beauty</a:t>
            </a:r>
            <a:r>
              <a:rPr lang="en" sz="1500"/>
              <a:t> marketplace that is designed to connect customers with reliable independent beauty professionals.</a:t>
            </a:r>
            <a:endParaRPr sz="1500"/>
          </a:p>
          <a:p>
            <a:pPr indent="0" lvl="0" marL="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The website provides a platform for user’s to discover professional’s, view verified portfolios, book appointments, and manage their accounts.  Additionally it allows professionals to create profiles, showcase their work, set services and prices, and manage appointments.</a:t>
            </a:r>
            <a:endParaRPr sz="1500"/>
          </a:p>
          <a:p>
            <a:pPr indent="0" lvl="0" marL="0" rtl="0" algn="l">
              <a:spcBef>
                <a:spcPts val="1200"/>
              </a:spcBef>
              <a:spcAft>
                <a:spcPts val="1200"/>
              </a:spcAft>
              <a:buNone/>
            </a:pPr>
            <a:r>
              <a:t/>
            </a:r>
            <a:endParaRPr sz="1300"/>
          </a:p>
        </p:txBody>
      </p:sp>
      <p:pic>
        <p:nvPicPr>
          <p:cNvPr id="486" name="Google Shape;486;p56" title="logo.jpg"/>
          <p:cNvPicPr preferRelativeResize="0"/>
          <p:nvPr/>
        </p:nvPicPr>
        <p:blipFill>
          <a:blip r:embed="rId3">
            <a:alphaModFix/>
          </a:blip>
          <a:stretch>
            <a:fillRect/>
          </a:stretch>
        </p:blipFill>
        <p:spPr>
          <a:xfrm>
            <a:off x="6286525" y="2002788"/>
            <a:ext cx="2695774" cy="1137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Purpose and Value</a:t>
            </a:r>
            <a:endParaRPr/>
          </a:p>
        </p:txBody>
      </p:sp>
      <p:sp>
        <p:nvSpPr>
          <p:cNvPr id="492" name="Google Shape;492;p57"/>
          <p:cNvSpPr txBox="1"/>
          <p:nvPr>
            <p:ph idx="1" type="body"/>
          </p:nvPr>
        </p:nvSpPr>
        <p:spPr>
          <a:xfrm>
            <a:off x="606125" y="1272925"/>
            <a:ext cx="5725800" cy="329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Problem : </a:t>
            </a:r>
            <a:endParaRPr sz="1400"/>
          </a:p>
          <a:p>
            <a:pPr indent="-317500" lvl="0" marL="457200" rtl="0" algn="l">
              <a:spcBef>
                <a:spcPts val="1200"/>
              </a:spcBef>
              <a:spcAft>
                <a:spcPts val="0"/>
              </a:spcAft>
              <a:buSzPts val="1400"/>
              <a:buChar char="-"/>
            </a:pPr>
            <a:r>
              <a:rPr lang="en" sz="1400"/>
              <a:t>Customer’s often struggle to find reliable beauty </a:t>
            </a:r>
            <a:r>
              <a:rPr lang="en" sz="1400"/>
              <a:t>professionals</a:t>
            </a:r>
            <a:r>
              <a:rPr lang="en" sz="1400"/>
              <a:t> due to </a:t>
            </a:r>
            <a:r>
              <a:rPr lang="en" sz="1400"/>
              <a:t>misinformation</a:t>
            </a:r>
            <a:r>
              <a:rPr lang="en" sz="1400"/>
              <a:t>, inconsistent booking, and limited access to verified portfolios and reviews. This in terms makes the process of discovering and scheduling services confusing and inefficient.</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rPr lang="en" sz="1400"/>
              <a:t>Solution : </a:t>
            </a:r>
            <a:endParaRPr sz="1400"/>
          </a:p>
          <a:p>
            <a:pPr indent="-317500" lvl="0" marL="457200" rtl="0" algn="l">
              <a:spcBef>
                <a:spcPts val="1200"/>
              </a:spcBef>
              <a:spcAft>
                <a:spcPts val="0"/>
              </a:spcAft>
              <a:buSzPts val="1400"/>
              <a:buChar char="-"/>
            </a:pPr>
            <a:r>
              <a:rPr lang="en" sz="1400"/>
              <a:t>GlowUp provides a more organized and trustworthy web-based platform that allow for the client and professional to connect and communicate efficiently.</a:t>
            </a:r>
            <a:endParaRPr sz="1400"/>
          </a:p>
        </p:txBody>
      </p:sp>
      <p:pic>
        <p:nvPicPr>
          <p:cNvPr id="493" name="Google Shape;493;p57" title="antonovich-design-2022mhtQRsRz31zJ.jpg"/>
          <p:cNvPicPr preferRelativeResize="0"/>
          <p:nvPr/>
        </p:nvPicPr>
        <p:blipFill>
          <a:blip r:embed="rId3">
            <a:alphaModFix/>
          </a:blip>
          <a:stretch>
            <a:fillRect/>
          </a:stretch>
        </p:blipFill>
        <p:spPr>
          <a:xfrm>
            <a:off x="6451000" y="2062475"/>
            <a:ext cx="2380149" cy="158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8"/>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 Prototype</a:t>
            </a:r>
            <a:endParaRPr/>
          </a:p>
        </p:txBody>
      </p:sp>
      <p:sp>
        <p:nvSpPr>
          <p:cNvPr id="499" name="Google Shape;499;p58"/>
          <p:cNvSpPr txBox="1"/>
          <p:nvPr>
            <p:ph idx="1" type="body"/>
          </p:nvPr>
        </p:nvSpPr>
        <p:spPr>
          <a:xfrm>
            <a:off x="22025" y="1244925"/>
            <a:ext cx="6093900" cy="3549900"/>
          </a:xfrm>
          <a:prstGeom prst="rect">
            <a:avLst/>
          </a:prstGeom>
        </p:spPr>
        <p:txBody>
          <a:bodyPr anchorCtr="0" anchor="t" bIns="91425" lIns="91425" spcFirstLastPara="1" rIns="91425" wrap="square" tIns="91425">
            <a:noAutofit/>
          </a:bodyPr>
          <a:lstStyle/>
          <a:p>
            <a:pPr indent="-320675" lvl="0" marL="457200" rtl="0" algn="l">
              <a:spcBef>
                <a:spcPts val="0"/>
              </a:spcBef>
              <a:spcAft>
                <a:spcPts val="0"/>
              </a:spcAft>
              <a:buSzPts val="1450"/>
              <a:buChar char="-"/>
            </a:pPr>
            <a:r>
              <a:rPr lang="en" sz="1450"/>
              <a:t>When deciding for the design of the  Customer prototype, the main focus was to have a clean user-centered interface that is easily accessible and manageable</a:t>
            </a:r>
            <a:endParaRPr sz="1450"/>
          </a:p>
          <a:p>
            <a:pPr indent="0" lvl="0" marL="457200" rtl="0" algn="l">
              <a:spcBef>
                <a:spcPts val="0"/>
              </a:spcBef>
              <a:spcAft>
                <a:spcPts val="0"/>
              </a:spcAft>
              <a:buNone/>
            </a:pPr>
            <a:r>
              <a:t/>
            </a:r>
            <a:endParaRPr sz="1450"/>
          </a:p>
          <a:p>
            <a:pPr indent="-320675" lvl="0" marL="457200" rtl="0" algn="l">
              <a:spcBef>
                <a:spcPts val="0"/>
              </a:spcBef>
              <a:spcAft>
                <a:spcPts val="0"/>
              </a:spcAft>
              <a:buSzPts val="1450"/>
              <a:buChar char="-"/>
            </a:pPr>
            <a:r>
              <a:rPr lang="en" sz="1450"/>
              <a:t>The system would include a secure account access, structured search functionality, a browsing feature when discovering </a:t>
            </a:r>
            <a:r>
              <a:rPr lang="en" sz="1450"/>
              <a:t>professionals, and an appointment booking system.</a:t>
            </a:r>
            <a:endParaRPr sz="1450"/>
          </a:p>
          <a:p>
            <a:pPr indent="0" lvl="0" marL="457200" rtl="0" algn="l">
              <a:spcBef>
                <a:spcPts val="0"/>
              </a:spcBef>
              <a:spcAft>
                <a:spcPts val="0"/>
              </a:spcAft>
              <a:buNone/>
            </a:pPr>
            <a:r>
              <a:t/>
            </a:r>
            <a:endParaRPr sz="1450"/>
          </a:p>
          <a:p>
            <a:pPr indent="-320675" lvl="0" marL="457200" rtl="0" algn="l">
              <a:spcBef>
                <a:spcPts val="0"/>
              </a:spcBef>
              <a:spcAft>
                <a:spcPts val="0"/>
              </a:spcAft>
              <a:buSzPts val="1450"/>
              <a:buChar char="-"/>
            </a:pPr>
            <a:r>
              <a:rPr lang="en" sz="1450"/>
              <a:t>Portfolio viewing, account management, appointment tracking, and review submission would be included to allow customers to manage their interactions with professionals.</a:t>
            </a:r>
            <a:endParaRPr sz="1450"/>
          </a:p>
          <a:p>
            <a:pPr indent="0" lvl="0" marL="0" rtl="0" algn="l">
              <a:spcBef>
                <a:spcPts val="0"/>
              </a:spcBef>
              <a:spcAft>
                <a:spcPts val="0"/>
              </a:spcAft>
              <a:buNone/>
            </a:pPr>
            <a:r>
              <a:t/>
            </a:r>
            <a:endParaRPr sz="1450"/>
          </a:p>
          <a:p>
            <a:pPr indent="0" lvl="0" marL="0" rtl="0" algn="l">
              <a:spcBef>
                <a:spcPts val="1200"/>
              </a:spcBef>
              <a:spcAft>
                <a:spcPts val="1200"/>
              </a:spcAft>
              <a:buNone/>
            </a:pPr>
            <a:r>
              <a:t/>
            </a:r>
            <a:endParaRPr sz="1450"/>
          </a:p>
        </p:txBody>
      </p:sp>
      <p:pic>
        <p:nvPicPr>
          <p:cNvPr id="500" name="Google Shape;500;p58" title="67a3749618fb70ea022bc487_hairdresser-talking-to-client.jpg"/>
          <p:cNvPicPr preferRelativeResize="0"/>
          <p:nvPr/>
        </p:nvPicPr>
        <p:blipFill>
          <a:blip r:embed="rId3">
            <a:alphaModFix/>
          </a:blip>
          <a:stretch>
            <a:fillRect/>
          </a:stretch>
        </p:blipFill>
        <p:spPr>
          <a:xfrm>
            <a:off x="6347550" y="1722475"/>
            <a:ext cx="2542701" cy="1698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9"/>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Provider Prototype</a:t>
            </a:r>
            <a:endParaRPr/>
          </a:p>
        </p:txBody>
      </p:sp>
      <p:sp>
        <p:nvSpPr>
          <p:cNvPr id="506" name="Google Shape;506;p59"/>
          <p:cNvSpPr txBox="1"/>
          <p:nvPr>
            <p:ph idx="1" type="body"/>
          </p:nvPr>
        </p:nvSpPr>
        <p:spPr>
          <a:xfrm>
            <a:off x="287275" y="1272925"/>
            <a:ext cx="5937000" cy="329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t>– The provider prototype gives beauty professionals a clear and easy interface to manage services and appointments.</a:t>
            </a:r>
            <a:endParaRPr sz="1500"/>
          </a:p>
          <a:p>
            <a:pPr indent="0" lvl="0" marL="0" rtl="0" algn="l">
              <a:spcBef>
                <a:spcPts val="1200"/>
              </a:spcBef>
              <a:spcAft>
                <a:spcPts val="0"/>
              </a:spcAft>
              <a:buClr>
                <a:schemeClr val="dk1"/>
              </a:buClr>
              <a:buSzPts val="1100"/>
              <a:buFont typeface="Arial"/>
              <a:buNone/>
            </a:pPr>
            <a:r>
              <a:t/>
            </a:r>
            <a:endParaRPr sz="1500"/>
          </a:p>
          <a:p>
            <a:pPr indent="0" lvl="0" marL="0" rtl="0" algn="l">
              <a:spcBef>
                <a:spcPts val="1200"/>
              </a:spcBef>
              <a:spcAft>
                <a:spcPts val="0"/>
              </a:spcAft>
              <a:buClr>
                <a:schemeClr val="dk1"/>
              </a:buClr>
              <a:buSzPts val="1100"/>
              <a:buFont typeface="Arial"/>
              <a:buNone/>
            </a:pPr>
            <a:r>
              <a:rPr lang="en" sz="1500"/>
              <a:t>– Providers can securely sign up, log in, and view a dashboard with bookings, ratings, earnings, daily schedule, and customer reviews.</a:t>
            </a:r>
            <a:endParaRPr sz="1500"/>
          </a:p>
          <a:p>
            <a:pPr indent="0" lvl="0" marL="0" rtl="0" algn="l">
              <a:spcBef>
                <a:spcPts val="1200"/>
              </a:spcBef>
              <a:spcAft>
                <a:spcPts val="0"/>
              </a:spcAft>
              <a:buClr>
                <a:schemeClr val="dk1"/>
              </a:buClr>
              <a:buSzPts val="1100"/>
              <a:buFont typeface="Arial"/>
              <a:buNone/>
            </a:pPr>
            <a:r>
              <a:t/>
            </a:r>
            <a:endParaRPr sz="1500"/>
          </a:p>
          <a:p>
            <a:pPr indent="0" lvl="0" marL="0" rtl="0" algn="l">
              <a:spcBef>
                <a:spcPts val="1200"/>
              </a:spcBef>
              <a:spcAft>
                <a:spcPts val="0"/>
              </a:spcAft>
              <a:buClr>
                <a:schemeClr val="dk1"/>
              </a:buClr>
              <a:buSzPts val="1100"/>
              <a:buFont typeface="Arial"/>
              <a:buNone/>
            </a:pPr>
            <a:r>
              <a:rPr lang="en" sz="1500"/>
              <a:t>– The system also supports portfolio management, service listing, gallery display, and booking control for efficient customer interaction.</a:t>
            </a:r>
            <a:endParaRPr sz="1500"/>
          </a:p>
          <a:p>
            <a:pPr indent="0" lvl="0" marL="0" rtl="0" algn="l">
              <a:spcBef>
                <a:spcPts val="1200"/>
              </a:spcBef>
              <a:spcAft>
                <a:spcPts val="0"/>
              </a:spcAft>
              <a:buClr>
                <a:schemeClr val="dk1"/>
              </a:buClr>
              <a:buSzPts val="1100"/>
              <a:buFont typeface="Arial"/>
              <a:buNone/>
            </a:pPr>
            <a:r>
              <a:t/>
            </a:r>
            <a:endParaRPr sz="1500"/>
          </a:p>
          <a:p>
            <a:pPr indent="0" lvl="0" marL="0" rtl="0" algn="l">
              <a:spcBef>
                <a:spcPts val="1200"/>
              </a:spcBef>
              <a:spcAft>
                <a:spcPts val="1200"/>
              </a:spcAft>
              <a:buNone/>
            </a:pPr>
            <a:r>
              <a:t/>
            </a:r>
            <a:endParaRPr sz="1500"/>
          </a:p>
        </p:txBody>
      </p:sp>
      <p:pic>
        <p:nvPicPr>
          <p:cNvPr id="507" name="Google Shape;507;p59" title="download.jpg"/>
          <p:cNvPicPr preferRelativeResize="0"/>
          <p:nvPr/>
        </p:nvPicPr>
        <p:blipFill>
          <a:blip r:embed="rId3">
            <a:alphaModFix/>
          </a:blip>
          <a:stretch>
            <a:fillRect/>
          </a:stretch>
        </p:blipFill>
        <p:spPr>
          <a:xfrm>
            <a:off x="6566175" y="1831050"/>
            <a:ext cx="2222675" cy="1593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0"/>
          <p:cNvSpPr txBox="1"/>
          <p:nvPr>
            <p:ph type="ctrTitle"/>
          </p:nvPr>
        </p:nvSpPr>
        <p:spPr>
          <a:xfrm>
            <a:off x="1039975" y="1324500"/>
            <a:ext cx="7064100" cy="152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latin typeface="Montserrat"/>
                <a:ea typeface="Montserrat"/>
                <a:cs typeface="Montserrat"/>
                <a:sym typeface="Montserrat"/>
              </a:rPr>
              <a:t>Thank you!</a:t>
            </a:r>
            <a:endParaRPr sz="4300">
              <a:latin typeface="Montserrat"/>
              <a:ea typeface="Montserrat"/>
              <a:cs typeface="Montserrat"/>
              <a:sym typeface="Montserrat"/>
            </a:endParaRPr>
          </a:p>
        </p:txBody>
      </p:sp>
      <p:sp>
        <p:nvSpPr>
          <p:cNvPr id="513" name="Google Shape;513;p60"/>
          <p:cNvSpPr txBox="1"/>
          <p:nvPr>
            <p:ph idx="1" type="subTitle"/>
          </p:nvPr>
        </p:nvSpPr>
        <p:spPr>
          <a:xfrm>
            <a:off x="1040000" y="3146300"/>
            <a:ext cx="7064100" cy="4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400"/>
              <a:t>Questions or Feedback?</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